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8" r:id="rId4"/>
    <p:sldMasterId id="214748369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Urbanist Medium"/>
      <p:regular r:id="rId20"/>
      <p:bold r:id="rId21"/>
      <p:italic r:id="rId22"/>
      <p:boldItalic r:id="rId23"/>
    </p:embeddedFont>
    <p:embeddedFont>
      <p:font typeface="Urbanist SemiBold"/>
      <p:regular r:id="rId24"/>
      <p:bold r:id="rId25"/>
      <p:italic r:id="rId26"/>
      <p:boldItalic r:id="rId27"/>
    </p:embeddedFont>
    <p:embeddedFont>
      <p:font typeface="Urbanist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Medium-regular.fntdata"/><Relationship Id="rId22" Type="http://schemas.openxmlformats.org/officeDocument/2006/relationships/font" Target="fonts/UrbanistMedium-italic.fntdata"/><Relationship Id="rId21" Type="http://schemas.openxmlformats.org/officeDocument/2006/relationships/font" Target="fonts/UrbanistMedium-bold.fntdata"/><Relationship Id="rId24" Type="http://schemas.openxmlformats.org/officeDocument/2006/relationships/font" Target="fonts/UrbanistSemiBold-regular.fntdata"/><Relationship Id="rId23" Type="http://schemas.openxmlformats.org/officeDocument/2006/relationships/font" Target="fonts/UrbanistMedium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UrbanistSemiBold-italic.fntdata"/><Relationship Id="rId25" Type="http://schemas.openxmlformats.org/officeDocument/2006/relationships/font" Target="fonts/UrbanistSemiBold-bold.fntdata"/><Relationship Id="rId28" Type="http://schemas.openxmlformats.org/officeDocument/2006/relationships/font" Target="fonts/Urbanist-regular.fntdata"/><Relationship Id="rId27" Type="http://schemas.openxmlformats.org/officeDocument/2006/relationships/font" Target="fonts/UrbanistSemiBold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Urbanis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Urbanist-boldItalic.fntdata"/><Relationship Id="rId30" Type="http://schemas.openxmlformats.org/officeDocument/2006/relationships/font" Target="fonts/Urbanist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96b84fa735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96b84fa735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mike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96b84fa735_2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396b84fa735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mike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96b84fa735_0_4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396b84fa735_0_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96b84fa735_2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396b84fa735_2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96d0c7a9a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96d0c7a9a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96b84fa735_2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96b84fa735_2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96b84fa735_2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96b84fa735_2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mike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96b84fa735_2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396b84fa735_2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Hailin 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96b84fa735_2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396b84fa735_2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96b84fa735_2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396b84fa735_2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mike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96b84fa735_3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396b84fa735_3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Hailin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96b84fa735_2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396b84fa735_2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96b84fa735_2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396b84fa735_2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/>
          <p:cNvPicPr preferRelativeResize="0"/>
          <p:nvPr/>
        </p:nvPicPr>
        <p:blipFill rotWithShape="1">
          <a:blip r:embed="rId2">
            <a:alphaModFix amt="50000"/>
          </a:blip>
          <a:srcRect b="8145" l="3134" r="7835" t="16786"/>
          <a:stretch/>
        </p:blipFill>
        <p:spPr>
          <a:xfrm flipH="1" rot="10800000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4"/>
          <p:cNvSpPr/>
          <p:nvPr/>
        </p:nvSpPr>
        <p:spPr>
          <a:xfrm flipH="1" rot="10800000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1" name="Google Shape;61;p1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" name="Google Shape;63;p14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64" name="Google Shape;64;p1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" name="Google Shape;65;p14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6" name="Google Shape;66;p14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7" name="Google Shape;67;p14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8" name="Google Shape;68;p14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_2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3" name="Google Shape;73;p15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4" name="Google Shape;74;p15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5" name="Google Shape;75;p1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77" name="Google Shape;77;p1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values">
  <p:cSld name="BLANK_1_1_1_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0" name="Google Shape;80;p16"/>
          <p:cNvSpPr txBox="1"/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1" name="Google Shape;81;p16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2" name="Google Shape;82;p16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3" name="Google Shape;83;p16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4" name="Google Shape;84;p1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86" name="Google Shape;86;p1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" name="Google Shape;87;p16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8" name="Google Shape;88;p16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0" name="Google Shape;90;p16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91" name="Google Shape;91;p16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92" name="Google Shape;92;p16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nd image ALT 2">
  <p:cSld name="CUSTOM_3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/>
          <p:nvPr>
            <p:ph idx="2" type="pic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17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96" name="Google Shape;96;p17"/>
          <p:cNvSpPr txBox="1"/>
          <p:nvPr>
            <p:ph idx="3" type="title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98" name="Google Shape;98;p17"/>
          <p:cNvSpPr txBox="1"/>
          <p:nvPr>
            <p:ph idx="4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9" name="Google Shape;99;p17"/>
          <p:cNvSpPr txBox="1"/>
          <p:nvPr>
            <p:ph idx="5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0" name="Google Shape;100;p17"/>
          <p:cNvSpPr txBox="1"/>
          <p:nvPr>
            <p:ph idx="6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1" name="Google Shape;101;p1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103" name="Google Shape;103;p17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" name="Google Shape;104;p17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" name="Google Shape;105;p17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" name="Google Shape;106;p1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3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9" name="Google Shape;109;p18"/>
          <p:cNvSpPr/>
          <p:nvPr>
            <p:ph idx="2" type="pic"/>
          </p:nvPr>
        </p:nvSpPr>
        <p:spPr>
          <a:xfrm>
            <a:off x="4523050" y="7379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18"/>
          <p:cNvSpPr/>
          <p:nvPr>
            <p:ph idx="3" type="pic"/>
          </p:nvPr>
        </p:nvSpPr>
        <p:spPr>
          <a:xfrm>
            <a:off x="6752100" y="7377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18"/>
          <p:cNvSpPr/>
          <p:nvPr>
            <p:ph idx="4" type="pic"/>
          </p:nvPr>
        </p:nvSpPr>
        <p:spPr>
          <a:xfrm>
            <a:off x="4523050" y="2158000"/>
            <a:ext cx="4394100" cy="2282700"/>
          </a:xfrm>
          <a:prstGeom prst="roundRect">
            <a:avLst>
              <a:gd fmla="val 610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18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13" name="Google Shape;113;p18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4" name="Google Shape;114;p18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5" name="Google Shape;115;p18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6" name="Google Shape;116;p1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8" name="Google Shape;118;p18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19" name="Google Shape;119;p1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">
  <p:cSld name="BLANK_1_1_1_1_2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9"/>
          <p:cNvPicPr preferRelativeResize="0"/>
          <p:nvPr/>
        </p:nvPicPr>
        <p:blipFill rotWithShape="1">
          <a:blip r:embed="rId2">
            <a:alphaModFix amt="60000"/>
          </a:blip>
          <a:srcRect b="14588" l="0" r="15469" t="0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3" name="Google Shape;123;p1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4" name="Google Shape;124;p1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5" name="Google Shape;125;p19"/>
          <p:cNvSpPr txBox="1"/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26" name="Google Shape;126;p1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" name="Google Shape;127;p19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28" name="Google Shape;128;p19"/>
          <p:cNvSpPr txBox="1"/>
          <p:nvPr>
            <p:ph idx="5" type="subTitle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29" name="Google Shape;129;p19"/>
          <p:cNvSpPr txBox="1"/>
          <p:nvPr>
            <p:ph idx="6" type="subTitle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0" name="Google Shape;130;p19"/>
          <p:cNvSpPr txBox="1"/>
          <p:nvPr>
            <p:ph idx="7" type="subTitle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1" name="Google Shape;131;p19"/>
          <p:cNvSpPr txBox="1"/>
          <p:nvPr>
            <p:ph idx="8" type="subTitle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2" name="Google Shape;132;p19"/>
          <p:cNvSpPr txBox="1"/>
          <p:nvPr>
            <p:ph idx="9" type="subTitle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3" name="Google Shape;133;p19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" name="Google Shape;134;p19"/>
          <p:cNvSpPr txBox="1"/>
          <p:nvPr>
            <p:ph idx="14" type="subTitle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5" name="Google Shape;135;p19"/>
          <p:cNvSpPr txBox="1"/>
          <p:nvPr>
            <p:ph idx="15" type="subTitle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6" name="Google Shape;136;p19"/>
          <p:cNvSpPr txBox="1"/>
          <p:nvPr>
            <p:ph idx="16" type="subTitle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" name="Google Shape;137;p19"/>
          <p:cNvSpPr txBox="1"/>
          <p:nvPr>
            <p:ph idx="17" type="subTitle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8" name="Google Shape;138;p19"/>
          <p:cNvSpPr txBox="1"/>
          <p:nvPr>
            <p:ph idx="18" type="subTitle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9" name="Google Shape;139;p1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s">
  <p:cSld name="BLANK_1_1_1_1_2_1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/>
          <p:nvPr>
            <p:ph idx="2" type="pic"/>
          </p:nvPr>
        </p:nvSpPr>
        <p:spPr>
          <a:xfrm>
            <a:off x="46189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43" name="Google Shape;143;p20"/>
          <p:cNvSpPr txBox="1"/>
          <p:nvPr>
            <p:ph idx="1" type="subTitle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44" name="Google Shape;144;p20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5" name="Google Shape;145;p20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6" name="Google Shape;146;p20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7" name="Google Shape;147;p20"/>
          <p:cNvSpPr txBox="1"/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8" name="Google Shape;148;p20"/>
          <p:cNvSpPr txBox="1"/>
          <p:nvPr>
            <p:ph idx="6" type="subTitle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49" name="Google Shape;149;p20"/>
          <p:cNvSpPr/>
          <p:nvPr>
            <p:ph idx="7" type="pic"/>
          </p:nvPr>
        </p:nvSpPr>
        <p:spPr>
          <a:xfrm>
            <a:off x="608070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0" name="Google Shape;150;p20"/>
          <p:cNvSpPr txBox="1"/>
          <p:nvPr>
            <p:ph idx="8" type="subTitle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1" name="Google Shape;151;p20"/>
          <p:cNvSpPr txBox="1"/>
          <p:nvPr>
            <p:ph idx="9" type="subTitle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2" name="Google Shape;152;p20"/>
          <p:cNvSpPr/>
          <p:nvPr>
            <p:ph idx="13" type="pic"/>
          </p:nvPr>
        </p:nvSpPr>
        <p:spPr>
          <a:xfrm>
            <a:off x="75424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3" name="Google Shape;153;p20"/>
          <p:cNvSpPr txBox="1"/>
          <p:nvPr>
            <p:ph idx="14" type="subTitle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4" name="Google Shape;154;p20"/>
          <p:cNvSpPr txBox="1"/>
          <p:nvPr>
            <p:ph idx="15" type="subTitle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5" name="Google Shape;155;p20"/>
          <p:cNvSpPr/>
          <p:nvPr>
            <p:ph idx="16" type="pic"/>
          </p:nvPr>
        </p:nvSpPr>
        <p:spPr>
          <a:xfrm>
            <a:off x="46189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6" name="Google Shape;156;p20"/>
          <p:cNvSpPr txBox="1"/>
          <p:nvPr>
            <p:ph idx="17" type="subTitle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7" name="Google Shape;157;p20"/>
          <p:cNvSpPr txBox="1"/>
          <p:nvPr>
            <p:ph idx="18" type="subTitle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8" name="Google Shape;158;p20"/>
          <p:cNvSpPr/>
          <p:nvPr>
            <p:ph idx="19" type="pic"/>
          </p:nvPr>
        </p:nvSpPr>
        <p:spPr>
          <a:xfrm>
            <a:off x="608070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9" name="Google Shape;159;p20"/>
          <p:cNvSpPr txBox="1"/>
          <p:nvPr>
            <p:ph idx="20" type="subTitle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0" name="Google Shape;160;p20"/>
          <p:cNvSpPr txBox="1"/>
          <p:nvPr>
            <p:ph idx="21" type="subTitle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1" name="Google Shape;161;p20"/>
          <p:cNvSpPr/>
          <p:nvPr>
            <p:ph idx="22" type="pic"/>
          </p:nvPr>
        </p:nvSpPr>
        <p:spPr>
          <a:xfrm>
            <a:off x="75424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62" name="Google Shape;162;p20"/>
          <p:cNvSpPr txBox="1"/>
          <p:nvPr>
            <p:ph idx="23" type="subTitle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3" name="Google Shape;163;p20"/>
          <p:cNvSpPr txBox="1"/>
          <p:nvPr>
            <p:ph idx="24" type="subTitle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cxnSp>
        <p:nvCxnSpPr>
          <p:cNvPr id="164" name="Google Shape;164;p2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" name="Google Shape;165;p2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">
  <p:cSld name="BLANK_1_1_1_1_1_1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/>
          <p:nvPr>
            <p:ph idx="2" type="pic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21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170" name="Google Shape;170;p21"/>
          <p:cNvSpPr txBox="1"/>
          <p:nvPr>
            <p:ph idx="1" type="subTitle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1" name="Google Shape;171;p21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2" name="Google Shape;172;p21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3" name="Google Shape;173;p21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74" name="Google Shape;174;p2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" name="Google Shape;175;p2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6" name="Google Shape;176;p2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/ images">
  <p:cSld name="BLANK_1_1_1_1_1_1_1_1_1_1_3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2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9" name="Google Shape;179;p22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80" name="Google Shape;180;p22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grpSp>
        <p:nvGrpSpPr>
          <p:cNvPr id="181" name="Google Shape;181;p22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182" name="Google Shape;182;p22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83" name="Google Shape;183;p22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84" name="Google Shape;184;p2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5" name="Google Shape;185;p2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86" name="Google Shape;186;p22"/>
          <p:cNvSpPr/>
          <p:nvPr>
            <p:ph idx="4" type="pic"/>
          </p:nvPr>
        </p:nvSpPr>
        <p:spPr>
          <a:xfrm>
            <a:off x="4267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87" name="Google Shape;187;p22"/>
          <p:cNvSpPr txBox="1"/>
          <p:nvPr>
            <p:ph idx="5" type="subTitle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8" name="Google Shape;188;p22"/>
          <p:cNvSpPr txBox="1"/>
          <p:nvPr>
            <p:ph idx="6" type="subTitle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9" name="Google Shape;189;p22"/>
          <p:cNvSpPr txBox="1"/>
          <p:nvPr>
            <p:ph idx="7" type="body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90" name="Google Shape;190;p22"/>
          <p:cNvSpPr/>
          <p:nvPr>
            <p:ph idx="8" type="pic"/>
          </p:nvPr>
        </p:nvSpPr>
        <p:spPr>
          <a:xfrm>
            <a:off x="26218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91" name="Google Shape;191;p22"/>
          <p:cNvSpPr txBox="1"/>
          <p:nvPr>
            <p:ph idx="9" type="subTitle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2" name="Google Shape;192;p22"/>
          <p:cNvSpPr txBox="1"/>
          <p:nvPr>
            <p:ph idx="13" type="subTitle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3" name="Google Shape;193;p22"/>
          <p:cNvSpPr txBox="1"/>
          <p:nvPr>
            <p:ph idx="14" type="body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94" name="Google Shape;194;p22"/>
          <p:cNvSpPr/>
          <p:nvPr>
            <p:ph idx="15" type="pic"/>
          </p:nvPr>
        </p:nvSpPr>
        <p:spPr>
          <a:xfrm>
            <a:off x="48169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95" name="Google Shape;195;p22"/>
          <p:cNvSpPr txBox="1"/>
          <p:nvPr>
            <p:ph idx="16" type="subTitle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6" name="Google Shape;196;p22"/>
          <p:cNvSpPr txBox="1"/>
          <p:nvPr>
            <p:ph idx="17" type="subTitle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7" name="Google Shape;197;p22"/>
          <p:cNvSpPr txBox="1"/>
          <p:nvPr>
            <p:ph idx="18" type="body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98" name="Google Shape;198;p22"/>
          <p:cNvSpPr/>
          <p:nvPr>
            <p:ph idx="19" type="pic"/>
          </p:nvPr>
        </p:nvSpPr>
        <p:spPr>
          <a:xfrm>
            <a:off x="70120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99" name="Google Shape;199;p22"/>
          <p:cNvSpPr txBox="1"/>
          <p:nvPr>
            <p:ph idx="20" type="subTitle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0" name="Google Shape;200;p22"/>
          <p:cNvSpPr txBox="1"/>
          <p:nvPr>
            <p:ph idx="21" type="subTitle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1" name="Google Shape;201;p22"/>
          <p:cNvSpPr txBox="1"/>
          <p:nvPr>
            <p:ph idx="22" type="body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cxnSp>
        <p:nvCxnSpPr>
          <p:cNvPr id="202" name="Google Shape;202;p2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" name="Google Shape;203;p2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rt big title and body">
  <p:cSld name="BLANK_1_1_1_1_1_1_1_1_1_1_2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206" name="Google Shape;206;p23"/>
          <p:cNvPicPr preferRelativeResize="0"/>
          <p:nvPr/>
        </p:nvPicPr>
        <p:blipFill rotWithShape="1">
          <a:blip r:embed="rId2">
            <a:alphaModFix/>
          </a:blip>
          <a:srcRect b="42245" l="17241" r="25039" t="35"/>
          <a:stretch/>
        </p:blipFill>
        <p:spPr>
          <a:xfrm>
            <a:off x="0" y="-289"/>
            <a:ext cx="9144000" cy="51441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7" name="Google Shape;207;p23"/>
          <p:cNvSpPr txBox="1"/>
          <p:nvPr>
            <p:ph idx="1" type="subTitle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8" name="Google Shape;208;p2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9" name="Google Shape;209;p2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10" name="Google Shape;210;p2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11" name="Google Shape;211;p23"/>
          <p:cNvSpPr txBox="1"/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212" name="Google Shape;212;p2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" name="Google Shape;213;p23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" name="Google Shape;214;p23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" name="Google Shape;215;p2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16" name="Google Shape;216;p2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1_1_1_1_1_1_1_1_1_2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4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219" name="Google Shape;219;p24"/>
          <p:cNvSpPr/>
          <p:nvPr>
            <p:ph idx="2" type="pic"/>
          </p:nvPr>
        </p:nvSpPr>
        <p:spPr>
          <a:xfrm>
            <a:off x="5342000" y="457200"/>
            <a:ext cx="3573300" cy="3995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220" name="Google Shape;220;p24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1" name="Google Shape;221;p24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2" name="Google Shape;222;p24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3" name="Google Shape;223;p24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4" name="Google Shape;224;p24"/>
          <p:cNvSpPr txBox="1"/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cxnSp>
        <p:nvCxnSpPr>
          <p:cNvPr id="225" name="Google Shape;225;p2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" name="Google Shape;226;p2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7" name="Google Shape;227;p2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cards">
  <p:cSld name="CUSTOM_1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5"/>
          <p:cNvSpPr txBox="1"/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0" name="Google Shape;230;p25"/>
          <p:cNvSpPr txBox="1"/>
          <p:nvPr>
            <p:ph idx="1" type="subTitle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1" name="Google Shape;231;p25"/>
          <p:cNvSpPr txBox="1"/>
          <p:nvPr>
            <p:ph idx="2" type="subTitle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2" name="Google Shape;232;p25"/>
          <p:cNvSpPr txBox="1"/>
          <p:nvPr>
            <p:ph idx="3" type="title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3" name="Google Shape;233;p25"/>
          <p:cNvSpPr txBox="1"/>
          <p:nvPr>
            <p:ph idx="4" type="subTitle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4" name="Google Shape;234;p25"/>
          <p:cNvSpPr txBox="1"/>
          <p:nvPr>
            <p:ph idx="5" type="subTitle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5" name="Google Shape;235;p25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6" name="Google Shape;236;p25"/>
          <p:cNvSpPr txBox="1"/>
          <p:nvPr>
            <p:ph idx="7" type="subTitle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7" name="Google Shape;237;p25"/>
          <p:cNvSpPr txBox="1"/>
          <p:nvPr>
            <p:ph idx="8" type="subTitle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8" name="Google Shape;238;p25"/>
          <p:cNvSpPr txBox="1"/>
          <p:nvPr>
            <p:ph idx="9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39" name="Google Shape;239;p25"/>
          <p:cNvSpPr txBox="1"/>
          <p:nvPr>
            <p:ph idx="1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0" name="Google Shape;240;p25"/>
          <p:cNvSpPr txBox="1"/>
          <p:nvPr>
            <p:ph idx="1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41" name="Google Shape;241;p2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42" name="Google Shape;242;p25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243" name="Google Shape;243;p25"/>
            <p:cNvCxnSpPr/>
            <p:nvPr/>
          </p:nvCxnSpPr>
          <p:spPr>
            <a:xfrm flipH="1" rot="-5400000">
              <a:off x="498725" y="2069800"/>
              <a:ext cx="103500" cy="1035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4" name="Google Shape;244;p25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45" name="Google Shape;245;p2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6" name="Google Shape;246;p2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cards">
  <p:cSld name="CUSTOM_1_1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6"/>
          <p:cNvSpPr txBox="1"/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249" name="Google Shape;249;p26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0" name="Google Shape;250;p26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1" name="Google Shape;251;p26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52" name="Google Shape;252;p2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3" name="Google Shape;253;p26"/>
          <p:cNvSpPr txBox="1"/>
          <p:nvPr>
            <p:ph idx="4" type="title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54" name="Google Shape;254;p26"/>
          <p:cNvSpPr txBox="1"/>
          <p:nvPr>
            <p:ph idx="5" type="subTitle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5" name="Google Shape;255;p26"/>
          <p:cNvSpPr txBox="1"/>
          <p:nvPr>
            <p:ph idx="6" type="subTitle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6" name="Google Shape;256;p26"/>
          <p:cNvSpPr txBox="1"/>
          <p:nvPr>
            <p:ph idx="7" type="title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57" name="Google Shape;257;p26"/>
          <p:cNvSpPr txBox="1"/>
          <p:nvPr>
            <p:ph idx="8" type="subTitle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8" name="Google Shape;258;p26"/>
          <p:cNvSpPr txBox="1"/>
          <p:nvPr>
            <p:ph idx="9" type="subTitle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9" name="Google Shape;259;p26"/>
          <p:cNvSpPr txBox="1"/>
          <p:nvPr>
            <p:ph idx="13" type="title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60" name="Google Shape;260;p26"/>
          <p:cNvSpPr txBox="1"/>
          <p:nvPr>
            <p:ph idx="14" type="subTitle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1" name="Google Shape;261;p26"/>
          <p:cNvSpPr txBox="1"/>
          <p:nvPr>
            <p:ph idx="15" type="subTitle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2" name="Google Shape;262;p26"/>
          <p:cNvSpPr txBox="1"/>
          <p:nvPr>
            <p:ph idx="16" type="title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63" name="Google Shape;263;p26"/>
          <p:cNvSpPr txBox="1"/>
          <p:nvPr>
            <p:ph idx="17" type="subTitle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4" name="Google Shape;264;p26"/>
          <p:cNvSpPr txBox="1"/>
          <p:nvPr>
            <p:ph idx="18" type="subTitle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5" name="Google Shape;265;p2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6" name="Google Shape;266;p2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7_1_1_1_1_1_1_1_1_1_1_1_1_1_1_1_1_1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7"/>
          <p:cNvPicPr preferRelativeResize="0"/>
          <p:nvPr/>
        </p:nvPicPr>
        <p:blipFill rotWithShape="1">
          <a:blip r:embed="rId2">
            <a:alphaModFix/>
          </a:blip>
          <a:srcRect b="14588" l="0" r="15469" t="0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9" name="Google Shape;269;p2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0" name="Google Shape;270;p2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1" name="Google Shape;271;p2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2" name="Google Shape;272;p2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3" name="Google Shape;273;p27"/>
          <p:cNvSpPr txBox="1"/>
          <p:nvPr>
            <p:ph idx="4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4" name="Google Shape;274;p27"/>
          <p:cNvSpPr txBox="1"/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75" name="Google Shape;275;p27"/>
          <p:cNvSpPr txBox="1"/>
          <p:nvPr>
            <p:ph idx="5" type="subTitle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6" name="Google Shape;276;p27"/>
          <p:cNvSpPr txBox="1"/>
          <p:nvPr>
            <p:ph idx="6" type="body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77" name="Google Shape;277;p27"/>
          <p:cNvSpPr txBox="1"/>
          <p:nvPr>
            <p:ph idx="7" type="title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78" name="Google Shape;278;p27"/>
          <p:cNvSpPr txBox="1"/>
          <p:nvPr>
            <p:ph idx="8" type="subTitle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9" name="Google Shape;279;p27"/>
          <p:cNvSpPr txBox="1"/>
          <p:nvPr>
            <p:ph idx="9" type="body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0" name="Google Shape;280;p27"/>
          <p:cNvSpPr txBox="1"/>
          <p:nvPr>
            <p:ph idx="13" type="title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81" name="Google Shape;281;p27"/>
          <p:cNvSpPr txBox="1"/>
          <p:nvPr>
            <p:ph idx="14" type="subTitle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2" name="Google Shape;282;p27"/>
          <p:cNvSpPr txBox="1"/>
          <p:nvPr>
            <p:ph idx="15" type="body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3" name="Google Shape;283;p27"/>
          <p:cNvSpPr txBox="1"/>
          <p:nvPr>
            <p:ph idx="16" type="title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84" name="Google Shape;284;p27"/>
          <p:cNvSpPr txBox="1"/>
          <p:nvPr>
            <p:ph idx="17" type="subTitle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5" name="Google Shape;285;p27"/>
          <p:cNvSpPr txBox="1"/>
          <p:nvPr>
            <p:ph idx="18" type="body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6" name="Google Shape;286;p27"/>
          <p:cNvSpPr txBox="1"/>
          <p:nvPr>
            <p:ph idx="19" type="title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7" name="Google Shape;287;p2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8" name="Google Shape;288;p2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s">
  <p:cSld name="CUSTOM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8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91" name="Google Shape;291;p28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2" name="Google Shape;292;p28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3" name="Google Shape;293;p28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4" name="Google Shape;294;p28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95" name="Google Shape;295;p2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6" name="Google Shape;296;p28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97" name="Google Shape;297;p28"/>
          <p:cNvSpPr/>
          <p:nvPr>
            <p:ph idx="5" type="pic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28"/>
          <p:cNvSpPr txBox="1"/>
          <p:nvPr>
            <p:ph idx="6" type="body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9" name="Google Shape;299;p28"/>
          <p:cNvSpPr txBox="1"/>
          <p:nvPr>
            <p:ph idx="7" type="body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0" name="Google Shape;300;p28"/>
          <p:cNvSpPr txBox="1"/>
          <p:nvPr>
            <p:ph idx="8" type="subTitle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1" name="Google Shape;301;p2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02" name="Google Shape;302;p2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">
  <p:cSld name="CUSTOM_2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5" name="Google Shape;305;p2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6" name="Google Shape;306;p2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07" name="Google Shape;307;p2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8" name="Google Shape;308;p29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fmla="val 96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09" name="Google Shape;309;p29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fmla="val 674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0" name="Google Shape;310;p29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1" name="Google Shape;311;p29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fmla="val 136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2" name="Google Shape;312;p29"/>
          <p:cNvSpPr/>
          <p:nvPr>
            <p:ph idx="4" type="pic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29"/>
          <p:cNvSpPr txBox="1"/>
          <p:nvPr>
            <p:ph idx="5" type="subTitle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b="1"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14" name="Google Shape;314;p29"/>
          <p:cNvSpPr txBox="1"/>
          <p:nvPr>
            <p:ph idx="6" type="body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5" name="Google Shape;315;p29"/>
          <p:cNvSpPr txBox="1"/>
          <p:nvPr>
            <p:ph idx="7" type="subTitle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16" name="Google Shape;316;p29"/>
          <p:cNvSpPr txBox="1"/>
          <p:nvPr>
            <p:ph idx="8" type="body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317" name="Google Shape;317;p29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" name="Google Shape;318;p29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9" name="Google Shape;319;p29"/>
          <p:cNvSpPr txBox="1"/>
          <p:nvPr>
            <p:ph idx="9" type="subTitle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0" name="Google Shape;320;p29"/>
          <p:cNvSpPr txBox="1"/>
          <p:nvPr>
            <p:ph idx="13" type="body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21" name="Google Shape;321;p29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2" name="Google Shape;322;p29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3" name="Google Shape;323;p29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4" name="Google Shape;324;p29"/>
          <p:cNvSpPr txBox="1"/>
          <p:nvPr>
            <p:ph idx="14" type="subTitle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5" name="Google Shape;325;p29"/>
          <p:cNvSpPr txBox="1"/>
          <p:nvPr>
            <p:ph idx="15" type="subTitle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6" name="Google Shape;326;p29"/>
          <p:cNvSpPr txBox="1"/>
          <p:nvPr>
            <p:ph idx="16" type="subTitle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7" name="Google Shape;327;p29"/>
          <p:cNvSpPr txBox="1"/>
          <p:nvPr>
            <p:ph idx="17" type="subTitle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8" name="Google Shape;328;p29"/>
          <p:cNvSpPr txBox="1"/>
          <p:nvPr>
            <p:ph idx="18" type="subTitle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9" name="Google Shape;329;p29"/>
          <p:cNvSpPr txBox="1"/>
          <p:nvPr>
            <p:ph idx="19" type="subTitle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0" name="Google Shape;330;p29"/>
          <p:cNvSpPr txBox="1"/>
          <p:nvPr>
            <p:ph idx="20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31" name="Google Shape;331;p2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32" name="Google Shape;332;p2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4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0"/>
          <p:cNvSpPr txBox="1"/>
          <p:nvPr>
            <p:ph idx="1" type="body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35" name="Google Shape;335;p30"/>
          <p:cNvSpPr txBox="1"/>
          <p:nvPr>
            <p:ph idx="2" type="body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36" name="Google Shape;336;p30"/>
          <p:cNvSpPr txBox="1"/>
          <p:nvPr>
            <p:ph idx="3" type="subTitle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37" name="Google Shape;337;p30"/>
          <p:cNvSpPr txBox="1"/>
          <p:nvPr>
            <p:ph idx="4" type="body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38" name="Google Shape;338;p30"/>
          <p:cNvSpPr txBox="1"/>
          <p:nvPr>
            <p:ph idx="5" type="subTitle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9" name="Google Shape;339;p30"/>
          <p:cNvSpPr txBox="1"/>
          <p:nvPr>
            <p:ph idx="6" type="body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40" name="Google Shape;340;p30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41" name="Google Shape;341;p30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42" name="Google Shape;342;p30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43" name="Google Shape;343;p3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4" name="Google Shape;344;p30"/>
          <p:cNvSpPr txBox="1"/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45" name="Google Shape;345;p30"/>
          <p:cNvSpPr txBox="1"/>
          <p:nvPr>
            <p:ph idx="1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6" name="Google Shape;346;p30"/>
          <p:cNvSpPr txBox="1"/>
          <p:nvPr>
            <p:ph idx="14" type="subTitle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7" name="Google Shape;347;p30"/>
          <p:cNvSpPr txBox="1"/>
          <p:nvPr>
            <p:ph idx="15" type="subTitle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8" name="Google Shape;348;p30"/>
          <p:cNvSpPr txBox="1"/>
          <p:nvPr>
            <p:ph idx="16" type="subTitle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9" name="Google Shape;349;p30"/>
          <p:cNvSpPr txBox="1"/>
          <p:nvPr>
            <p:ph idx="17" type="subTitle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0" name="Google Shape;350;p30"/>
          <p:cNvSpPr txBox="1"/>
          <p:nvPr>
            <p:ph idx="18" type="subTitle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51" name="Google Shape;351;p30"/>
          <p:cNvSpPr txBox="1"/>
          <p:nvPr>
            <p:ph idx="19" type="subTitle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52" name="Google Shape;352;p30"/>
          <p:cNvSpPr txBox="1"/>
          <p:nvPr>
            <p:ph idx="20" type="subTitle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53" name="Google Shape;353;p30"/>
          <p:cNvSpPr txBox="1"/>
          <p:nvPr>
            <p:ph idx="21" type="subTitle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54" name="Google Shape;354;p30"/>
          <p:cNvSpPr txBox="1"/>
          <p:nvPr>
            <p:ph idx="22" type="subTitle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5" name="Google Shape;355;p30"/>
          <p:cNvSpPr txBox="1"/>
          <p:nvPr>
            <p:ph idx="23" type="subTitle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6" name="Google Shape;356;p30"/>
          <p:cNvSpPr txBox="1"/>
          <p:nvPr>
            <p:ph idx="24" type="subTitle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7" name="Google Shape;357;p30"/>
          <p:cNvSpPr txBox="1"/>
          <p:nvPr>
            <p:ph idx="25" type="subTitle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8" name="Google Shape;358;p30"/>
          <p:cNvSpPr txBox="1"/>
          <p:nvPr>
            <p:ph idx="26" type="body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59" name="Google Shape;359;p3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0" name="Google Shape;360;p3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">
  <p:cSld name="CUSTOM_5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1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63" name="Google Shape;363;p31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64" name="Google Shape;364;p31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65" name="Google Shape;365;p3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6" name="Google Shape;366;p3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7" name="Google Shape;367;p3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8" name="Google Shape;368;p31"/>
          <p:cNvSpPr txBox="1"/>
          <p:nvPr>
            <p:ph idx="4" type="subTitle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9" name="Google Shape;369;p31"/>
          <p:cNvSpPr txBox="1"/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70" name="Google Shape;370;p31"/>
          <p:cNvSpPr txBox="1"/>
          <p:nvPr>
            <p:ph idx="5" type="subTitle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1" name="Google Shape;371;p31"/>
          <p:cNvSpPr txBox="1"/>
          <p:nvPr>
            <p:ph idx="6" type="subTitle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2" name="Google Shape;372;p31"/>
          <p:cNvSpPr txBox="1"/>
          <p:nvPr>
            <p:ph idx="7" type="title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/>
        </p:txBody>
      </p:sp>
      <p:sp>
        <p:nvSpPr>
          <p:cNvPr id="373" name="Google Shape;373;p31"/>
          <p:cNvSpPr txBox="1"/>
          <p:nvPr>
            <p:ph idx="8" type="title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74" name="Google Shape;374;p31"/>
          <p:cNvSpPr txBox="1"/>
          <p:nvPr>
            <p:ph idx="9" type="subTitle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5" name="Google Shape;375;p31"/>
          <p:cNvSpPr txBox="1"/>
          <p:nvPr>
            <p:ph idx="13" type="subTitle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6" name="Google Shape;376;p31"/>
          <p:cNvSpPr txBox="1"/>
          <p:nvPr>
            <p:ph idx="14" type="subTitle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7" name="Google Shape;377;p31"/>
          <p:cNvSpPr txBox="1"/>
          <p:nvPr>
            <p:ph idx="15" type="subTitle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80" name="Google Shape;380;p3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5" name="Google Shape;385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8" name="Google Shape;388;p3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9" name="Google Shape;389;p3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4" name="Google Shape;394;p3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9" name="Google Shape;399;p3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0" name="Google Shape;400;p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05" name="Google Shape;405;p4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9" name="Google Shape;409;p4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0" name="Google Shape;410;p4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1" name="Google Shape;411;p4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2" name="Google Shape;412;p4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3" name="Google Shape;413;p4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4" name="Google Shape;414;p4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7" name="Google Shape;417;p4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8" name="Google Shape;418;p4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1" name="Google Shape;421;p4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2" name="Google Shape;422;p4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3" name="Google Shape;423;p4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4" name="Google Shape;424;p4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7" name="Google Shape;427;p4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8" name="Google Shape;428;p4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9" name="Google Shape;429;p4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0" name="Google Shape;430;p4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1" name="Google Shape;431;p4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2" name="Google Shape;432;p4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5" name="Google Shape;435;p4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6" name="Google Shape;436;p4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7" name="Google Shape;437;p4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8" name="Google Shape;438;p4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9" name="Google Shape;439;p4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0" name="Google Shape;440;p4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1" name="Google Shape;441;p4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2" name="Google Shape;442;p4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45" name="Google Shape;445;p4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8" name="Google Shape;448;p4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49" name="Google Shape;449;p4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50" name="Google Shape;450;p4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1" name="Google Shape;451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2" name="Google Shape;452;p4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3" name="Google Shape;453;p4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6" name="Google Shape;456;p5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7" name="Google Shape;457;p5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5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9" name="Google Shape;459;p5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60" name="Google Shape;460;p5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1" name="Google Shape;461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62" name="Google Shape;462;p5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3" name="Google Shape;463;p5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4" name="Google Shape;464;p5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9" name="Google Shape;469;p5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0" name="Google Shape;470;p5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1" name="Google Shape;471;p5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2" name="Google Shape;472;p5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3" name="Google Shape;473;p5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4" name="Google Shape;474;p5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75" name="Google Shape;475;p5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6" name="Google Shape;476;p5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7" name="Google Shape;477;p5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theme" Target="../theme/theme1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kaggle.com/datasets/valakhorasani/gym-members-exercise-dataset" TargetMode="External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3"/>
          <p:cNvSpPr txBox="1"/>
          <p:nvPr>
            <p:ph idx="1" type="subTitle"/>
          </p:nvPr>
        </p:nvSpPr>
        <p:spPr>
          <a:xfrm>
            <a:off x="108000" y="2179485"/>
            <a:ext cx="4443600" cy="46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By Ruben Sistach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Ben Abromowich, Mike Foley 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Hailin Chen </a:t>
            </a:r>
            <a:endParaRPr sz="2500"/>
          </a:p>
        </p:txBody>
      </p:sp>
      <p:sp>
        <p:nvSpPr>
          <p:cNvPr id="483" name="Google Shape;483;p53"/>
          <p:cNvSpPr txBox="1"/>
          <p:nvPr>
            <p:ph type="title"/>
          </p:nvPr>
        </p:nvSpPr>
        <p:spPr>
          <a:xfrm>
            <a:off x="108000" y="290700"/>
            <a:ext cx="8216400" cy="12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rbanist"/>
                <a:ea typeface="Urbanist"/>
                <a:cs typeface="Urbanist"/>
                <a:sym typeface="Urbanist"/>
              </a:rPr>
              <a:t>Gym Members Exercise Analysis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54"/>
          <p:cNvSpPr txBox="1"/>
          <p:nvPr/>
        </p:nvSpPr>
        <p:spPr>
          <a:xfrm>
            <a:off x="228600" y="228600"/>
            <a:ext cx="5319300" cy="9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Why we chose this topic</a:t>
            </a:r>
            <a:r>
              <a:rPr lang="en" sz="4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?</a:t>
            </a:r>
            <a:endParaRPr sz="4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89" name="Google Shape;489;p54"/>
          <p:cNvSpPr txBox="1"/>
          <p:nvPr/>
        </p:nvSpPr>
        <p:spPr>
          <a:xfrm>
            <a:off x="228600" y="1694900"/>
            <a:ext cx="5436600" cy="19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Char char="●"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We all value health and exercise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Char char="●"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All of us </a:t>
            </a: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exercise weekly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Char char="●"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We wanted to explore how exercise and hydration affects people differently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descr="a cat wearing a hat and a belt is riding a machine in a gym (Provided by Tenor)" id="490" name="Google Shape;490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6975" y="697700"/>
            <a:ext cx="2910900" cy="291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55"/>
          <p:cNvSpPr txBox="1"/>
          <p:nvPr>
            <p:ph type="title"/>
          </p:nvPr>
        </p:nvSpPr>
        <p:spPr>
          <a:xfrm>
            <a:off x="228600" y="294700"/>
            <a:ext cx="6658800" cy="75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Data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https://www.kaggle.com/datasets/valakhorasani/gym-members-exercise-dataset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496" name="Google Shape;496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600" y="1191800"/>
            <a:ext cx="5298429" cy="3191099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55"/>
          <p:cNvSpPr txBox="1"/>
          <p:nvPr/>
        </p:nvSpPr>
        <p:spPr>
          <a:xfrm>
            <a:off x="5700125" y="1191800"/>
            <a:ext cx="30882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Data Description: </a:t>
            </a:r>
            <a:endParaRPr b="1" sz="2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>
                <a:solidFill>
                  <a:schemeClr val="lt1"/>
                </a:solidFill>
              </a:rPr>
              <a:t>This dataset has information on gym members, including their workouts, fitness stats, and personal details.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>
                <a:solidFill>
                  <a:schemeClr val="lt1"/>
                </a:solidFill>
              </a:rPr>
              <a:t>It shows things like heart rate, calories burned, workout time, experience level, and other demographic info.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56"/>
          <p:cNvSpPr txBox="1"/>
          <p:nvPr>
            <p:ph type="title"/>
          </p:nvPr>
        </p:nvSpPr>
        <p:spPr>
          <a:xfrm>
            <a:off x="228600" y="58095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QUESTIONS </a:t>
            </a:r>
            <a:endParaRPr/>
          </a:p>
        </p:txBody>
      </p:sp>
      <p:sp>
        <p:nvSpPr>
          <p:cNvPr id="503" name="Google Shape;503;p56"/>
          <p:cNvSpPr txBox="1"/>
          <p:nvPr>
            <p:ph idx="8" type="subTitle"/>
          </p:nvPr>
        </p:nvSpPr>
        <p:spPr>
          <a:xfrm>
            <a:off x="228600" y="1345800"/>
            <a:ext cx="8219400" cy="245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b="0" lang="en" sz="2000">
                <a:latin typeface="Arial"/>
                <a:ea typeface="Arial"/>
                <a:cs typeface="Arial"/>
                <a:sym typeface="Arial"/>
              </a:rPr>
              <a:t>How does age affect calories burned?</a:t>
            </a:r>
            <a:endParaRPr b="0"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b="0" lang="en" sz="2000">
                <a:latin typeface="Arial"/>
                <a:ea typeface="Arial"/>
                <a:cs typeface="Arial"/>
                <a:sym typeface="Arial"/>
              </a:rPr>
              <a:t>Does experience level influence workout frequency?</a:t>
            </a:r>
            <a:endParaRPr b="0"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b="0" lang="en" sz="2000">
                <a:latin typeface="Arial"/>
                <a:ea typeface="Arial"/>
                <a:cs typeface="Arial"/>
                <a:sym typeface="Arial"/>
              </a:rPr>
              <a:t>Does experience level relate to body fat percentage?</a:t>
            </a:r>
            <a:endParaRPr b="0"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b="0" lang="en" sz="2000">
                <a:latin typeface="Arial"/>
                <a:ea typeface="Arial"/>
                <a:cs typeface="Arial"/>
                <a:sym typeface="Arial"/>
              </a:rPr>
              <a:t>Does average heart rate affect calories burned?</a:t>
            </a:r>
            <a:endParaRPr b="0"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b="0" lang="en" sz="2000">
                <a:latin typeface="Arial"/>
                <a:ea typeface="Arial"/>
                <a:cs typeface="Arial"/>
                <a:sym typeface="Arial"/>
              </a:rPr>
              <a:t>Is daily water intake associated with lower body fat percentage?</a:t>
            </a:r>
            <a:endParaRPr b="0"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b="0" lang="en" sz="2000">
                <a:latin typeface="Arial"/>
                <a:ea typeface="Arial"/>
                <a:cs typeface="Arial"/>
                <a:sym typeface="Arial"/>
              </a:rPr>
              <a:t>Linear regression: Session duration vs Calories burned</a:t>
            </a:r>
            <a:endParaRPr b="0" sz="2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57"/>
          <p:cNvSpPr txBox="1"/>
          <p:nvPr>
            <p:ph idx="1" type="subTitle"/>
          </p:nvPr>
        </p:nvSpPr>
        <p:spPr>
          <a:xfrm>
            <a:off x="386025" y="1229500"/>
            <a:ext cx="4402800" cy="300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Pandas - </a:t>
            </a:r>
            <a:r>
              <a:rPr lang="en" sz="2500"/>
              <a:t>Manage data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Seaborn - Visuals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Sklearn - Linear R</a:t>
            </a:r>
            <a:r>
              <a:rPr lang="en" sz="2500"/>
              <a:t>egression</a:t>
            </a:r>
            <a:r>
              <a:rPr lang="en" sz="2500"/>
              <a:t> </a:t>
            </a:r>
            <a:endParaRPr sz="2500"/>
          </a:p>
        </p:txBody>
      </p:sp>
      <p:sp>
        <p:nvSpPr>
          <p:cNvPr id="509" name="Google Shape;509;p57"/>
          <p:cNvSpPr txBox="1"/>
          <p:nvPr>
            <p:ph type="title"/>
          </p:nvPr>
        </p:nvSpPr>
        <p:spPr>
          <a:xfrm>
            <a:off x="228600" y="553400"/>
            <a:ext cx="6658800" cy="6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Tools used</a:t>
            </a:r>
            <a:r>
              <a:rPr lang="en"/>
              <a:t> </a:t>
            </a:r>
            <a:endParaRPr/>
          </a:p>
        </p:txBody>
      </p:sp>
      <p:pic>
        <p:nvPicPr>
          <p:cNvPr descr="a blue and yellow python logo is shown on a white background (Provided by Tenor)" id="510" name="Google Shape;510;p57"/>
          <p:cNvPicPr preferRelativeResize="0"/>
          <p:nvPr/>
        </p:nvPicPr>
        <p:blipFill rotWithShape="1">
          <a:blip r:embed="rId3">
            <a:alphaModFix/>
          </a:blip>
          <a:srcRect b="3370" l="-1070" r="1070" t="-3370"/>
          <a:stretch/>
        </p:blipFill>
        <p:spPr>
          <a:xfrm>
            <a:off x="4280775" y="583275"/>
            <a:ext cx="2781625" cy="198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5" name="Google Shape;515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9025" y="1231500"/>
            <a:ext cx="4283126" cy="3344525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58"/>
          <p:cNvSpPr txBox="1"/>
          <p:nvPr/>
        </p:nvSpPr>
        <p:spPr>
          <a:xfrm>
            <a:off x="179250" y="176450"/>
            <a:ext cx="6986700" cy="11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lt1"/>
                </a:solidFill>
              </a:rPr>
              <a:t>How does age affect calories burned?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17" name="Google Shape;517;p58"/>
          <p:cNvSpPr txBox="1"/>
          <p:nvPr/>
        </p:nvSpPr>
        <p:spPr>
          <a:xfrm>
            <a:off x="174100" y="1479050"/>
            <a:ext cx="4561800" cy="30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Char char="-"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Ages 16–25 show the highest median calorie burn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Char char="-"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Older groups (56–65) have a lower median and tighter spread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Char char="-"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All age groups display notable outliers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Char char="-"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All of the age groups </a:t>
            </a: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median is </a:t>
            </a: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in </a:t>
            </a: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between 800 to 1000 calories burned 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59"/>
          <p:cNvSpPr txBox="1"/>
          <p:nvPr/>
        </p:nvSpPr>
        <p:spPr>
          <a:xfrm>
            <a:off x="202375" y="252425"/>
            <a:ext cx="6244800" cy="11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</a:rPr>
              <a:t>Does experience level influence workout frequency?</a:t>
            </a:r>
            <a:endParaRPr sz="3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523" name="Google Shape;523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2177" y="570200"/>
            <a:ext cx="2983225" cy="265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4" name="Google Shape;524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91502" y="2228198"/>
            <a:ext cx="3122550" cy="2540202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59"/>
          <p:cNvSpPr txBox="1"/>
          <p:nvPr/>
        </p:nvSpPr>
        <p:spPr>
          <a:xfrm>
            <a:off x="120350" y="1377200"/>
            <a:ext cx="34797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Wanted to see how frequency was 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affected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by level, does age and gender also affect it?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AutoNum type="arabicPeriod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Heat map shows frequency and level are positively 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correlated, age is not.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AutoNum type="arabicPeriod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Violin graph shows the distribution of frequency in each level, frequency increases with level.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AutoNum type="arabicPeriod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Violin shows that gender within level does not impact frequency at all.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60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Does experience level relate to body fat percentage?</a:t>
            </a:r>
            <a:endParaRPr sz="6400">
              <a:solidFill>
                <a:schemeClr val="lt1"/>
              </a:solidFill>
            </a:endParaRPr>
          </a:p>
        </p:txBody>
      </p:sp>
      <p:pic>
        <p:nvPicPr>
          <p:cNvPr id="531" name="Google Shape;531;p60" title="Screenshot 2026-03-31 at 10.57.06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0413" y="1261625"/>
            <a:ext cx="3999372" cy="3191100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60"/>
          <p:cNvSpPr txBox="1"/>
          <p:nvPr/>
        </p:nvSpPr>
        <p:spPr>
          <a:xfrm>
            <a:off x="351875" y="1567350"/>
            <a:ext cx="3787800" cy="33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Char char="-"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Beginners have higher body fat 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Char char="-"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Advanced people have lower body fat 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Char char="-"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Distribution shifts lower with experience 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61"/>
          <p:cNvSpPr txBox="1"/>
          <p:nvPr>
            <p:ph type="title"/>
          </p:nvPr>
        </p:nvSpPr>
        <p:spPr>
          <a:xfrm>
            <a:off x="228600" y="228600"/>
            <a:ext cx="6658800" cy="83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Does average heart rate affect calories burned?</a:t>
            </a:r>
            <a:endParaRPr sz="6200">
              <a:solidFill>
                <a:schemeClr val="lt1"/>
              </a:solidFill>
            </a:endParaRPr>
          </a:p>
        </p:txBody>
      </p:sp>
      <p:sp>
        <p:nvSpPr>
          <p:cNvPr id="538" name="Google Shape;538;p61"/>
          <p:cNvSpPr txBox="1"/>
          <p:nvPr/>
        </p:nvSpPr>
        <p:spPr>
          <a:xfrm>
            <a:off x="85225" y="1306900"/>
            <a:ext cx="2611500" cy="3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Prediction: when you have a high heart rate while </a:t>
            </a: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exercising you would assume they are doing cardio or they are doing a high intensity lifts. Cardio should burn the most calories with HIIT being a close second.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539" name="Google Shape;539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4650" y="1060800"/>
            <a:ext cx="4301100" cy="337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62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Is daily water intake associated with lower body fat percentage?</a:t>
            </a:r>
            <a:endParaRPr sz="6200">
              <a:solidFill>
                <a:schemeClr val="lt1"/>
              </a:solidFill>
            </a:endParaRPr>
          </a:p>
        </p:txBody>
      </p:sp>
      <p:pic>
        <p:nvPicPr>
          <p:cNvPr id="545" name="Google Shape;545;p62" title="Screenshot 2026-03-31 at 10.57.49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7475" y="1261625"/>
            <a:ext cx="3994089" cy="3191100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62"/>
          <p:cNvSpPr txBox="1"/>
          <p:nvPr/>
        </p:nvSpPr>
        <p:spPr>
          <a:xfrm>
            <a:off x="4972800" y="1148675"/>
            <a:ext cx="36825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People with water intake below median are most clustered around the 25-35% body fat percentage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People with higher water intake are more evenly spread from ~ 12.5-27.5%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Note that the overlap is likely from the cut off from the median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Water intake likely is very correlated to body fat percentage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63"/>
          <p:cNvSpPr txBox="1"/>
          <p:nvPr/>
        </p:nvSpPr>
        <p:spPr>
          <a:xfrm>
            <a:off x="418500" y="228600"/>
            <a:ext cx="8307000" cy="8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Session</a:t>
            </a:r>
            <a:r>
              <a:rPr lang="en" sz="39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Duration vs Calories Burnt</a:t>
            </a:r>
            <a:endParaRPr sz="39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52" name="Google Shape;552;p63"/>
          <p:cNvSpPr txBox="1"/>
          <p:nvPr/>
        </p:nvSpPr>
        <p:spPr>
          <a:xfrm>
            <a:off x="296100" y="1426925"/>
            <a:ext cx="4499100" cy="32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"/>
              <a:buChar char="-"/>
            </a:pP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Strong linear relationship </a:t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"/>
              <a:buChar char="-"/>
            </a:pP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Duration predicts calories </a:t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"/>
              <a:buChar char="-"/>
            </a:pP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Clear trend </a:t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553" name="Google Shape;553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0475" y="1342075"/>
            <a:ext cx="3852808" cy="302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64"/>
          <p:cNvSpPr txBox="1"/>
          <p:nvPr/>
        </p:nvSpPr>
        <p:spPr>
          <a:xfrm>
            <a:off x="469375" y="390075"/>
            <a:ext cx="38079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Conclusion: </a:t>
            </a:r>
            <a:endParaRPr b="1" sz="23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Exercise outcomes are intuitive, the data affirms that by taking care of your body through </a:t>
            </a: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exercise and hydration, you can get good results regardless of gender or age.</a:t>
            </a:r>
            <a:endParaRPr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59" name="Google Shape;559;p64"/>
          <p:cNvSpPr txBox="1"/>
          <p:nvPr/>
        </p:nvSpPr>
        <p:spPr>
          <a:xfrm>
            <a:off x="4459750" y="524025"/>
            <a:ext cx="4520700" cy="26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Future  Research:</a:t>
            </a:r>
            <a:endParaRPr b="1"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Urbanist"/>
              <a:buChar char="●"/>
            </a:pPr>
            <a:r>
              <a:rPr b="1"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Gender </a:t>
            </a:r>
            <a:endParaRPr b="1"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Urbanist"/>
              <a:buChar char="●"/>
            </a:pPr>
            <a:r>
              <a:rPr b="1"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Max heart rate</a:t>
            </a:r>
            <a:endParaRPr b="1"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With a different Dataset</a:t>
            </a:r>
            <a:endParaRPr b="1"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Urbanist"/>
              <a:buChar char="●"/>
            </a:pPr>
            <a:r>
              <a:rPr b="1"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Health risk modeling</a:t>
            </a:r>
            <a:endParaRPr b="1"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Urbanist"/>
              <a:buChar char="●"/>
            </a:pPr>
            <a:r>
              <a:rPr b="1"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How certain movements  affect progress</a:t>
            </a:r>
            <a:endParaRPr b="1"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65"/>
          <p:cNvSpPr txBox="1"/>
          <p:nvPr/>
        </p:nvSpPr>
        <p:spPr>
          <a:xfrm>
            <a:off x="396675" y="522275"/>
            <a:ext cx="4550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Thank you!</a:t>
            </a:r>
            <a:endParaRPr sz="3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